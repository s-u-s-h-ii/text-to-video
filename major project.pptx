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4" r:id="rId1"/>
  </p:sldMasterIdLst>
  <p:notesMasterIdLst>
    <p:notesMasterId r:id="rId18"/>
  </p:notesMasterIdLst>
  <p:sldIdLst>
    <p:sldId id="257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51135-764E-4828-8BB1-5407BC2CBEA7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04D14E-00F6-458D-958B-8EE222BD2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167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>
                <a:latin typeface="Arial"/>
                <a:ea typeface="Arial"/>
                <a:cs typeface="Arial"/>
                <a:sym typeface="Arial"/>
              </a:rPr>
              <a:t>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914400" y="4346575"/>
            <a:ext cx="5029200" cy="3852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475" tIns="44450" rIns="90475" bIns="444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87375" y="800100"/>
            <a:ext cx="5684838" cy="31988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0140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9269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33184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2" name="Google Shape;13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224783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1163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6" name="Google Shape;14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34216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760981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54438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7412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33954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1086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84858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94274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0447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421310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4349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1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60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830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69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14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196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9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2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3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8380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401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24095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40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30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4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3C784C-44AD-4723-9BA6-6F4C75B2C056}" type="datetimeFigureOut">
              <a:rPr lang="en-US" smtClean="0"/>
              <a:t>11/3/2023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5DBFF1B-3BC0-46BD-91F8-296A1BCE2F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311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ctrTitle"/>
          </p:nvPr>
        </p:nvSpPr>
        <p:spPr>
          <a:xfrm>
            <a:off x="1340496" y="2362200"/>
            <a:ext cx="9937104" cy="1384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Times New Roman"/>
              <a:buNone/>
            </a:pPr>
            <a:r>
              <a:rPr lang="en-US" sz="5400" dirty="0"/>
              <a:t>Text to Video</a:t>
            </a:r>
            <a:br>
              <a:rPr lang="en-US" sz="4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 b="1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tx1"/>
                </a:solidFill>
              </a:rPr>
              <a:t>Sahil Gupta 20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Swapnil karat 34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Sushant Yadav 71</a:t>
            </a:r>
            <a:br>
              <a:rPr lang="en-US" sz="3200" b="1" dirty="0">
                <a:solidFill>
                  <a:schemeClr val="tx1"/>
                </a:solidFill>
              </a:rPr>
            </a:br>
            <a:r>
              <a:rPr lang="en-US" sz="3200" b="1" dirty="0">
                <a:solidFill>
                  <a:schemeClr val="tx1"/>
                </a:solidFill>
              </a:rPr>
              <a:t>Manisha </a:t>
            </a:r>
            <a:r>
              <a:rPr lang="en-US" sz="3200" b="1" dirty="0" err="1">
                <a:solidFill>
                  <a:schemeClr val="tx1"/>
                </a:solidFill>
              </a:rPr>
              <a:t>Jaiswar</a:t>
            </a:r>
            <a:r>
              <a:rPr lang="en-US" sz="3200" b="1" dirty="0">
                <a:solidFill>
                  <a:schemeClr val="tx1"/>
                </a:solidFill>
              </a:rPr>
              <a:t> 23</a:t>
            </a:r>
            <a:endParaRPr sz="3200" b="1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>
            <a:spLocks noGrp="1"/>
          </p:cNvSpPr>
          <p:nvPr>
            <p:ph type="subTitle" idx="1"/>
          </p:nvPr>
        </p:nvSpPr>
        <p:spPr>
          <a:xfrm>
            <a:off x="3124200" y="48006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None/>
            </a:pPr>
            <a:r>
              <a:rPr lang="en-US" sz="222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0"/>
              <a:buNone/>
            </a:pPr>
            <a:endParaRPr sz="222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rgbClr val="0F243E"/>
              </a:buClr>
              <a:buSzPts val="2220"/>
              <a:buNone/>
            </a:pPr>
            <a:r>
              <a:rPr lang="en-US" sz="2220" dirty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Guide</a:t>
            </a:r>
          </a:p>
          <a:p>
            <a:pPr marL="0" lvl="0" indent="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rgbClr val="0F243E"/>
              </a:buClr>
              <a:buSzPts val="2220"/>
              <a:buNone/>
            </a:pPr>
            <a:r>
              <a:rPr lang="en-US" sz="2000" b="1" dirty="0">
                <a:solidFill>
                  <a:schemeClr val="tx1"/>
                </a:solidFill>
              </a:rPr>
              <a:t>Prof. S. A. </a:t>
            </a:r>
            <a:r>
              <a:rPr lang="en-US" sz="2000" b="1" dirty="0" err="1">
                <a:solidFill>
                  <a:schemeClr val="tx1"/>
                </a:solidFill>
              </a:rPr>
              <a:t>Awate</a:t>
            </a:r>
            <a:endParaRPr sz="2000" b="1" dirty="0">
              <a:solidFill>
                <a:schemeClr val="tx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rgbClr val="888888"/>
              </a:buClr>
              <a:buSzPts val="2220"/>
              <a:buNone/>
            </a:pPr>
            <a:endParaRPr sz="2220" dirty="0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rgbClr val="0F243E"/>
              </a:buClr>
              <a:buSzPts val="2220"/>
              <a:buNone/>
            </a:pPr>
            <a:r>
              <a:rPr lang="en-US" sz="2220" dirty="0">
                <a:solidFill>
                  <a:srgbClr val="0F243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Date:-</a:t>
            </a:r>
            <a:endParaRPr sz="2220" dirty="0">
              <a:solidFill>
                <a:srgbClr val="0F243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447800" y="0"/>
            <a:ext cx="100584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Jawahar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Education Society’s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A.C</a:t>
            </a:r>
            <a:r>
              <a:rPr lang="en-US" sz="28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Patil College of Engineering, Kharghar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Artificial Intelligence &amp; Data Science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8599"/>
            <a:ext cx="1981200" cy="1436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/>
        </p:nvSpPr>
        <p:spPr>
          <a:xfrm>
            <a:off x="3048000" y="381000"/>
            <a:ext cx="6048672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DDA86-8A4E-40D7-18A6-C123B8181F6B}"/>
              </a:ext>
            </a:extLst>
          </p:cNvPr>
          <p:cNvSpPr txBox="1"/>
          <p:nvPr/>
        </p:nvSpPr>
        <p:spPr>
          <a:xfrm>
            <a:off x="457200" y="1304330"/>
            <a:ext cx="11277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Text-to-video generation is an innovative and emerging technology that bridges the gap between textual content and visual storytelling.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empowers computers to transform written words into dynamic and engaging video content, opening up new horizons in content creation, communication, and entertainment.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cutting-edge capability is driven by advancements in artificial intelligence and deep learning, enabling the automatic synthesis of video sequences that can bring narratives, ideas, and concepts to life. 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 descr="Image result for network forensics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 descr="Image result for network forensics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5" descr="Image result for network forensics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5" descr="http://www.dfinews.com/sites/dfinews.com/files/network011414.jpg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 descr="Image result for network forensics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5" descr="Image result for network forensics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 descr="Image result for network forensics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 descr="http://cdn.quantum.com/cmsimages/fireeye.jpg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5" descr="Image result for data archive"/>
          <p:cNvSpPr/>
          <p:nvPr/>
        </p:nvSpPr>
        <p:spPr>
          <a:xfrm>
            <a:off x="1679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3011132" y="712589"/>
            <a:ext cx="6624736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5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29" name="Google Shape;129;p5"/>
          <p:cNvSpPr txBox="1">
            <a:spLocks noGrp="1"/>
          </p:cNvSpPr>
          <p:nvPr>
            <p:ph type="sldNum" sz="quarter" idx="12"/>
          </p:nvPr>
        </p:nvSpPr>
        <p:spPr>
          <a:xfrm>
            <a:off x="8101004" y="64482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4BB3D5-F52A-6AD8-CC2A-B1F5D58146CA}"/>
              </a:ext>
            </a:extLst>
          </p:cNvPr>
          <p:cNvSpPr txBox="1"/>
          <p:nvPr/>
        </p:nvSpPr>
        <p:spPr>
          <a:xfrm>
            <a:off x="266700" y="1531938"/>
            <a:ext cx="11925300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Enhanced Communication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Text-to-video generation can revolutionize the way we communicate. It allows us to convey complex ideas, emotions, and messages in a highly engaging and easily digestible format. </a:t>
            </a: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 Efficiency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For content creators, text-to-video generation can significantly speed up the video production process</a:t>
            </a: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i="0" dirty="0">
                <a:effectLst/>
                <a:latin typeface="Söhne"/>
              </a:rPr>
              <a:t>Educational Advancements</a:t>
            </a:r>
            <a:r>
              <a:rPr lang="en-US" sz="2800" b="0" i="0" dirty="0">
                <a:solidFill>
                  <a:srgbClr val="D1D5DB"/>
                </a:solidFill>
                <a:effectLst/>
                <a:latin typeface="Söhne"/>
              </a:rPr>
              <a:t>: 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educators, this technology can transform the learning experience. It enables the creation of engaging educational content that can help students grasp complex subjects with greater ease, fostering a love for learning</a:t>
            </a:r>
            <a:r>
              <a:rPr lang="en-US" sz="3600" b="0" i="0" dirty="0">
                <a:solidFill>
                  <a:srgbClr val="D1D5DB"/>
                </a:solidFill>
                <a:effectLst/>
                <a:latin typeface="Söhne"/>
              </a:rPr>
              <a:t>.</a:t>
            </a:r>
            <a:endParaRPr lang="en-US" sz="2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xfrm>
            <a:off x="609600" y="460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800"/>
              <a:buFont typeface="Times New Roman"/>
              <a:buNone/>
            </a:pPr>
            <a:r>
              <a:rPr lang="en-US" sz="4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36" name="Google Shape;136;p6"/>
          <p:cNvSpPr txBox="1">
            <a:spLocks noGrp="1"/>
          </p:cNvSpPr>
          <p:nvPr>
            <p:ph idx="1"/>
          </p:nvPr>
        </p:nvSpPr>
        <p:spPr>
          <a:xfrm>
            <a:off x="0" y="1281115"/>
            <a:ext cx="12020550" cy="5440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US" sz="2800" dirty="0"/>
              <a:t>Text-to-video synthesis approaches are categorized into autoregressive transformers that require extensive training on labeled video data and diffusion models (e.g., </a:t>
            </a:r>
            <a:r>
              <a:rPr lang="en-US" sz="2800" dirty="0" err="1"/>
              <a:t>VideoDiffusion</a:t>
            </a:r>
            <a:r>
              <a:rPr lang="en-US" sz="2800" dirty="0"/>
              <a:t>) trained end-to-end with large-scale supervision for generating high-quality videos.</a:t>
            </a:r>
          </a:p>
          <a:p>
            <a:pPr marL="660400" indent="-457200"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endParaRPr lang="en-US" sz="2800" dirty="0"/>
          </a:p>
          <a:p>
            <a:pPr marL="660400" indent="-457200">
              <a:spcBef>
                <a:spcPts val="0"/>
              </a:spcBef>
              <a:buSzPts val="3200"/>
              <a:buFont typeface="Wingdings" panose="05000000000000000000" pitchFamily="2" charset="2"/>
              <a:buChar char="§"/>
            </a:pPr>
            <a:r>
              <a:rPr lang="en-US" sz="2800" dirty="0"/>
              <a:t>A novel approach aims to enable text-to-video generation without external video training by making minimal modifications to pre-trained image models to induce temporal consistency, departing from the need for massive video supervision.</a:t>
            </a:r>
          </a:p>
        </p:txBody>
      </p:sp>
      <p:sp>
        <p:nvSpPr>
          <p:cNvPr id="135" name="Google Shape;135;p6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609600" y="136524"/>
            <a:ext cx="10972800" cy="1200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of Review</a:t>
            </a:r>
            <a:endParaRPr sz="5400" dirty="0">
              <a:solidFill>
                <a:srgbClr val="FF0000"/>
              </a:solidFill>
            </a:endParaRPr>
          </a:p>
        </p:txBody>
      </p:sp>
      <p:sp>
        <p:nvSpPr>
          <p:cNvPr id="143" name="Google Shape;143;p7"/>
          <p:cNvSpPr txBox="1">
            <a:spLocks noGrp="1"/>
          </p:cNvSpPr>
          <p:nvPr>
            <p:ph idx="1"/>
          </p:nvPr>
        </p:nvSpPr>
        <p:spPr>
          <a:xfrm>
            <a:off x="0" y="1410226"/>
            <a:ext cx="11982450" cy="604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60400" indent="-457200">
              <a:spcBef>
                <a:spcPts val="0"/>
              </a:spcBef>
              <a:buSzPts val="3200"/>
            </a:pPr>
            <a:r>
              <a:rPr lang="en-US" sz="2800" b="1" dirty="0"/>
              <a:t>Early Foundations : </a:t>
            </a:r>
            <a:r>
              <a:rPr lang="en-US" sz="2800" dirty="0"/>
              <a:t>The review appropriately begins with a discussion of the early foundations of text-to-video generation. By citing </a:t>
            </a:r>
            <a:r>
              <a:rPr lang="en-US" sz="2800" dirty="0" err="1"/>
              <a:t>Sutskever</a:t>
            </a:r>
            <a:r>
              <a:rPr lang="en-US" sz="2800" dirty="0"/>
              <a:t> et al. (2014) and </a:t>
            </a:r>
            <a:r>
              <a:rPr lang="en-US" sz="2800" dirty="0" err="1"/>
              <a:t>Vinyals</a:t>
            </a:r>
            <a:r>
              <a:rPr lang="en-US" sz="2800" dirty="0"/>
              <a:t> et al. (2015), it recognizes the pioneering work in neural networks and image-text alignment.</a:t>
            </a:r>
          </a:p>
          <a:p>
            <a:pPr marL="660400" indent="-457200">
              <a:spcBef>
                <a:spcPts val="0"/>
              </a:spcBef>
              <a:buSzPts val="3200"/>
            </a:pPr>
            <a:endParaRPr lang="en-US" sz="2800" dirty="0"/>
          </a:p>
          <a:p>
            <a:pPr marL="660400" indent="-457200">
              <a:spcBef>
                <a:spcPts val="0"/>
              </a:spcBef>
              <a:buSzPts val="3200"/>
            </a:pPr>
            <a:r>
              <a:rPr lang="en-US" sz="2800" b="1" dirty="0"/>
              <a:t>Video Synthesis and Alignment :</a:t>
            </a:r>
            <a:r>
              <a:rPr lang="en-US" sz="2800" dirty="0"/>
              <a:t>The inclusion of </a:t>
            </a:r>
            <a:r>
              <a:rPr lang="en-US" sz="2800" dirty="0" err="1"/>
              <a:t>Vondrick</a:t>
            </a:r>
            <a:r>
              <a:rPr lang="en-US" sz="2800" dirty="0"/>
              <a:t> et al. (2016) and Xu et al. (2016) is crucial as it acknowledges the critical shift toward video synthesis using GANs and the creation of datasets for text-to-video alignment.</a:t>
            </a:r>
          </a:p>
          <a:p>
            <a:pPr marL="203200" indent="0">
              <a:spcBef>
                <a:spcPts val="0"/>
              </a:spcBef>
              <a:buSzPts val="3200"/>
              <a:buNone/>
            </a:pPr>
            <a:endParaRPr lang="en-US" sz="2800" dirty="0"/>
          </a:p>
        </p:txBody>
      </p:sp>
      <p:sp>
        <p:nvSpPr>
          <p:cNvPr id="142" name="Google Shape;142;p7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>
            <a:spLocks noGrp="1"/>
          </p:cNvSpPr>
          <p:nvPr>
            <p:ph type="title"/>
          </p:nvPr>
        </p:nvSpPr>
        <p:spPr>
          <a:xfrm>
            <a:off x="1919536" y="47667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Times New Roman"/>
              <a:buNone/>
            </a:pPr>
            <a:br>
              <a:rPr lang="en-US" sz="3959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959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959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8"/>
          <p:cNvSpPr txBox="1">
            <a:spLocks noGrp="1"/>
          </p:cNvSpPr>
          <p:nvPr>
            <p:ph idx="1"/>
          </p:nvPr>
        </p:nvSpPr>
        <p:spPr>
          <a:xfrm>
            <a:off x="495300" y="1619672"/>
            <a:ext cx="11500055" cy="555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88950" indent="-28575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IN" sz="2800" dirty="0">
                <a:solidFill>
                  <a:schemeClr val="tx1"/>
                </a:solidFill>
              </a:rPr>
              <a:t>To develop text to video generation system, that will generate videos when a text input is provided</a:t>
            </a:r>
          </a:p>
          <a:p>
            <a:pPr marL="203200" indent="0">
              <a:spcBef>
                <a:spcPts val="0"/>
              </a:spcBef>
              <a:buClr>
                <a:schemeClr val="dk1"/>
              </a:buClr>
              <a:buSzPts val="3200"/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488950" indent="-285750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IN" sz="2800" dirty="0">
                <a:solidFill>
                  <a:schemeClr val="tx1"/>
                </a:solidFill>
              </a:rPr>
              <a:t>High- quality videos with minimal generation time</a:t>
            </a:r>
          </a:p>
          <a:p>
            <a:pPr marL="488950" indent="-285750">
              <a:spcBef>
                <a:spcPts val="0"/>
              </a:spcBef>
              <a:buClr>
                <a:schemeClr val="dk1"/>
              </a:buClr>
              <a:buSzPts val="3200"/>
            </a:pPr>
            <a:endParaRPr lang="en-IN" sz="2800" dirty="0"/>
          </a:p>
          <a:p>
            <a:pPr marL="488950" indent="-285750">
              <a:spcBef>
                <a:spcPts val="0"/>
              </a:spcBef>
              <a:buClr>
                <a:schemeClr val="dk1"/>
              </a:buClr>
              <a:buSzPts val="3200"/>
            </a:pPr>
            <a:endParaRPr dirty="0"/>
          </a:p>
        </p:txBody>
      </p:sp>
      <p:sp>
        <p:nvSpPr>
          <p:cNvPr id="150" name="Google Shape;150;p8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731404" y="-94828"/>
            <a:ext cx="1072919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48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40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1715730" y="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290"/>
              <a:buFont typeface="Times New Roman"/>
              <a:buNone/>
            </a:pPr>
            <a:r>
              <a:rPr lang="en-US" sz="4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sz="44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FF016DF1-883F-6EB0-167A-FE5529A4A220}"/>
              </a:ext>
            </a:extLst>
          </p:cNvPr>
          <p:cNvSpPr txBox="1">
            <a:spLocks/>
          </p:cNvSpPr>
          <p:nvPr/>
        </p:nvSpPr>
        <p:spPr>
          <a:xfrm>
            <a:off x="450166" y="1108471"/>
            <a:ext cx="11535357" cy="574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scope of a text-to-video generator is broad and it can be applied in various domains like-</a:t>
            </a:r>
          </a:p>
          <a:p>
            <a:pPr marL="514350" indent="-514350" algn="l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Educational materials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US" sz="2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Communication</a:t>
            </a:r>
          </a:p>
          <a:p>
            <a:pPr algn="l"/>
            <a:endParaRPr lang="en-US" sz="2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l"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Creative Art and Design</a:t>
            </a:r>
          </a:p>
          <a:p>
            <a:pPr marL="514350" indent="-514350" algn="l">
              <a:buFont typeface="+mj-lt"/>
              <a:buAutoNum type="arabicPeriod"/>
            </a:pPr>
            <a:endParaRPr lang="en-US" sz="28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5400" dirty="0">
              <a:solidFill>
                <a:srgbClr val="FF0000"/>
              </a:solidFill>
            </a:endParaRP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38100" y="1064023"/>
            <a:ext cx="12153900" cy="574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Real-Time Generation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Text-to-video generation processes are often computationally intensive and time-consuming.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 and Relevance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Many text-to-video systems lack the ability to personalize content based on individual preferences and user behavior.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Video Quality and Realism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generated videos should meet high-quality standards, offering realism in visuals, audio, and overall coherence.</a:t>
            </a:r>
          </a:p>
          <a:p>
            <a:pPr algn="l"/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and Resource Efficiency</a:t>
            </a:r>
            <a:r>
              <a:rPr 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Many existing systems struggle to scale with increased demands, making them less suitable for large-scale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0" y="1260971"/>
            <a:ext cx="12153900" cy="5749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novel approach for text-to-video generation that can synthesize consistent video clips from only text prompts, without requiring any model training.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builds on pre-trained text-to-image diffusion models like Stable Diffusion. The key idea is to modify such models to enforce temporal consistency across generated frames.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31F682-BF1F-3782-D678-EDD032C04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581" y="2999845"/>
            <a:ext cx="9432638" cy="353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608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38100" y="1262224"/>
            <a:ext cx="12153900" cy="5551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of the architecture is a pre-trained text-to-image diffusion model like Stable Diffusion (SD).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 contains an encoder-decoder model and a diffusion process trained to generate the original image from the noisy training data using text prompts.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 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all the dependencies.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5DBD4E-4B40-0E57-9573-8C07622F1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5737" y="3252299"/>
            <a:ext cx="6992326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19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0" y="815999"/>
            <a:ext cx="12153900" cy="604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the directory structure for storing images, audio, and videos.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 :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nitialization of  pre-trained Diffusion model is done  using the "</a:t>
            </a:r>
            <a:r>
              <a:rPr lang="en-US" sz="200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runwayml</a:t>
            </a:r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/stable-diffusion-v1-5" configuration.</a:t>
            </a:r>
            <a:endParaRPr lang="en-US" sz="16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5388FE-98A3-1BDC-24D1-2BCC6C998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1859057"/>
            <a:ext cx="7396658" cy="1267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F32231-5E7D-7DE8-9CED-602AEE9E0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4498758"/>
            <a:ext cx="7611537" cy="110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65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0" y="815999"/>
            <a:ext cx="12153900" cy="604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text data from a file, then splits the text into paragraphs.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Two variables are initialized: clips to store video clips and cumulative duration to keep track of the duration of the video clips.</a:t>
            </a:r>
            <a:endParaRPr lang="en-US" sz="160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58783-2E65-2747-67D0-57202A7EA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391" y="1891683"/>
            <a:ext cx="9701101" cy="996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3F525D3-3D12-EDC6-706A-322577724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1532" y="4476636"/>
            <a:ext cx="4850533" cy="137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82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-20711" y="798760"/>
            <a:ext cx="12192000" cy="592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Iterating through a list of paragraphs and creating video clips for each paragraph.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FAC6C-8D2E-939D-35D7-78C50D8E6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1779488"/>
            <a:ext cx="7696199" cy="457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887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0" y="798760"/>
            <a:ext cx="12192000" cy="592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part, we are assembling the individual video clips for each paragraph into a final video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197AA0-0659-EA93-9D41-464BEEDA8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685" y="2073957"/>
            <a:ext cx="6306430" cy="337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883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Observations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309488" y="729406"/>
            <a:ext cx="11882511" cy="592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‘Man riding a bike’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5F7549-AD70-91D6-E43E-C07DC54A8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107" y="2687220"/>
            <a:ext cx="5469080" cy="366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09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"/>
          <p:cNvSpPr txBox="1">
            <a:spLocks noGrp="1"/>
          </p:cNvSpPr>
          <p:nvPr>
            <p:ph type="title"/>
          </p:nvPr>
        </p:nvSpPr>
        <p:spPr>
          <a:xfrm>
            <a:off x="2463800" y="44448"/>
            <a:ext cx="7696200" cy="980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876"/>
              </a:buClr>
              <a:buSzPts val="4400"/>
              <a:buFont typeface="Times New Roman"/>
              <a:buNone/>
            </a:pPr>
            <a:r>
              <a:rPr lang="en-US" sz="5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163" name="Google Shape;163;p10"/>
          <p:cNvSpPr txBox="1"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" name="Google Shape;151;p8">
            <a:extLst>
              <a:ext uri="{FF2B5EF4-FFF2-40B4-BE49-F238E27FC236}">
                <a16:creationId xmlns:a16="http://schemas.microsoft.com/office/drawing/2014/main" id="{8E78B9EA-54F6-6C8E-853A-C9508B0173F1}"/>
              </a:ext>
            </a:extLst>
          </p:cNvPr>
          <p:cNvSpPr txBox="1">
            <a:spLocks/>
          </p:cNvSpPr>
          <p:nvPr/>
        </p:nvSpPr>
        <p:spPr>
          <a:xfrm>
            <a:off x="450166" y="729406"/>
            <a:ext cx="11741834" cy="5922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for text-to-video generation without requiring any training or tuning of models.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proposed a lightweight yet effective approach to adapt pre-trained text-to-image diffusion models like Stable Diffusion for temporally consistent video synthesis using just text prompts.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technical innovations include encoding motion dynamics in latent codes to induce global background consistency and using cross-frame attention to preserve local object identities and appearances throughout the generated video.</a:t>
            </a:r>
          </a:p>
          <a:p>
            <a:pPr algn="l"/>
            <a:endParaRPr lang="en-US" sz="20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600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90207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245</TotalTime>
  <Words>870</Words>
  <Application>Microsoft Office PowerPoint</Application>
  <PresentationFormat>Widescreen</PresentationFormat>
  <Paragraphs>144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Century Gothic</vt:lpstr>
      <vt:lpstr>Söhne</vt:lpstr>
      <vt:lpstr>Times New Roman</vt:lpstr>
      <vt:lpstr>Wingdings</vt:lpstr>
      <vt:lpstr>Wingdings 3</vt:lpstr>
      <vt:lpstr>Wisp</vt:lpstr>
      <vt:lpstr>Text to Video  Sahil Gupta 20 Swapnil karat 34 Sushant Yadav 71 Manisha Jaiswar 23</vt:lpstr>
      <vt:lpstr>PowerPoint Presentation</vt:lpstr>
      <vt:lpstr>Motivation</vt:lpstr>
      <vt:lpstr>Literature review</vt:lpstr>
      <vt:lpstr>Analysis of Review</vt:lpstr>
      <vt:lpstr>  </vt:lpstr>
      <vt:lpstr>PowerPoint Presentation</vt:lpstr>
      <vt:lpstr>Problem Statement</vt:lpstr>
      <vt:lpstr>Proposed System</vt:lpstr>
      <vt:lpstr>Proposed System</vt:lpstr>
      <vt:lpstr>Proposed System</vt:lpstr>
      <vt:lpstr>Proposed System</vt:lpstr>
      <vt:lpstr>Proposed System</vt:lpstr>
      <vt:lpstr>Proposed System</vt:lpstr>
      <vt:lpstr>Observations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to Video  Sahil Gupta 20 Swapnil karat 34 Sushant Yadav 71 Manisha Jaiswar 23</dc:title>
  <dc:creator>Sahil Gupta</dc:creator>
  <cp:lastModifiedBy>sushant yadav</cp:lastModifiedBy>
  <cp:revision>4</cp:revision>
  <dcterms:created xsi:type="dcterms:W3CDTF">2023-10-26T16:48:19Z</dcterms:created>
  <dcterms:modified xsi:type="dcterms:W3CDTF">2023-11-02T21:10:19Z</dcterms:modified>
</cp:coreProperties>
</file>